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Deep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9FF"/>
                </a:solidFill>
                <a:latin typeface="Segoe UI"/>
              </a:defRPr>
            </a:pPr>
            <a:r>
              <a:t>Code Analyser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Segoe UI"/>
              </a:defRPr>
            </a:pPr>
            <a:r>
              <a:t>Understand HOW you solve problems — not just whether you succeed.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CFF"/>
                </a:solidFill>
                <a:latin typeface="Segoe UI"/>
              </a:defRPr>
            </a:pPr>
            <a:r>
              <a:t>AST-Powered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8463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CFF"/>
                </a:solidFill>
                <a:latin typeface="Segoe UI"/>
              </a:defRPr>
            </a:pPr>
            <a:r>
              <a:t>Real-Time Code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8463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CFF"/>
                </a:solidFill>
                <a:latin typeface="Segoe UI"/>
              </a:defRPr>
            </a:pPr>
            <a:r>
              <a:t>Personalized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D6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Existing coding platforms (LeetCode, HackerRank, CodeChef) operate on binary feedback: Pass or Fail.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5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❌  Syntax vs. Logic?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Platforms don't distinguish whether a failure is a typo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or a fundamental misunderstanding of the algorithm.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5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❌  Concepts Understood?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No visibility into which data structures or patterns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the student actually grasped during their attempts.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860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5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23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❌  What Changed?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No tracking of how the code evolved across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multiple attempts — the iteration story is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2860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5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423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❌  What to Practice?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7889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No personalised next-step recommendations;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students are left guessing what to study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AA"/>
                </a:solidFill>
                <a:latin typeface="Segoe UI"/>
              </a:defRPr>
            </a:pPr>
            <a:r>
              <a:t>Impact:  Students repeat the same mistakes, instructors lack diagnostic data,</a:t>
            </a:r>
            <a:br/>
            <a:r>
              <a:t>and bootcamps cannot measure real learning outcomes.</a:t>
            </a:r>
            <a:br/>
            <a:br/>
            <a:r>
              <a:t>The core issue is that coding platforms were designed for assessment — not for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96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Deep behavioural analysis of every coding session — tracking, analysing, and generating actionable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4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6CFF"/>
                </a:solidFill>
                <a:latin typeface="Segoe UI"/>
              </a:defRPr>
            </a:pPr>
            <a:r>
              <a:t>1 ▸ Track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Every code snapshot saved immutably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Time-stamped attempt timeline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Error progression across submissions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Test case pass/fail patterns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Multi-language support (Python, C, C++, Java)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4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2 ▸ Analyse Deeply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060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AST parsing detects concepts used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Code diffs between consecutive attempts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Error classification (syntax / logic / runtime)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Time-complexity heuristic estimation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Topic mastery confidence scoring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Edit-hotspot detection (line-level)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4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3 ▸ Generate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060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Natural-language summary of the session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Concept-level breakdown with confidence %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Personalised practice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Weak-topic cards (Easy → Medium → Hard)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Monthly SWOT report per student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Dashboard KPIs &amp; progress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Segoe UI"/>
              </a:defRPr>
            </a:pPr>
            <a:r>
              <a:t>Result:  "You understood loops and conditionals but struggled with edge-case handling. Practice: Two Sum (Easy) → 3Sum (Medium)."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6CFF"/>
                </a:solidFill>
                <a:latin typeface="Segoe UI"/>
              </a:defRPr>
            </a:pPr>
            <a:r>
              <a:t>How It Works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6CFF"/>
                </a:solidFill>
                <a:latin typeface="Segoe UI"/>
              </a:defRPr>
            </a:pPr>
            <a:r>
              <a:t>①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Firebase Auth</a:t>
            </a:r>
            <a:br/>
            <a:r>
              <a:t>Email / Google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② 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Filter by difficulty,</a:t>
            </a:r>
            <a:br/>
            <a:r>
              <a:t>tag, or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③ Write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Monaco Editor</a:t>
            </a:r>
            <a:br/>
            <a:r>
              <a:t>Auto-save every 30s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726"/>
                </a:solidFill>
                <a:latin typeface="Segoe UI"/>
              </a:defRPr>
            </a:pPr>
            <a:r>
              <a:t>④ Run /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Judge0 sandbox</a:t>
            </a:r>
            <a:br/>
            <a:r>
              <a:t>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6CFF"/>
                </a:solidFill>
                <a:latin typeface="Segoe UI"/>
              </a:defRPr>
            </a:pPr>
            <a:r>
              <a:t>⑤ 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AST + Diff + Error</a:t>
            </a:r>
            <a:br/>
            <a:r>
              <a:t>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⑥ View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Summary, concepts,</a:t>
            </a:r>
            <a:br/>
            <a:r>
              <a:t>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463040"/>
            <a:ext cx="1417320" cy="2194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6459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⑦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148840"/>
            <a:ext cx="1234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KPIs, SWOT,</a:t>
            </a:r>
            <a:br/>
            <a:r>
              <a:t>monthly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195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643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91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539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987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74352" y="2377440"/>
            <a:ext cx="82296" cy="320040"/>
          </a:xfrm>
          <a:prstGeom prst="roundRect">
            <a:avLst>
              <a:gd name="adj" fmla="val 5000"/>
            </a:avLst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Key implementation details from the codebase:</a:t>
            </a:r>
            <a:br/>
            <a:br/>
            <a:r>
              <a:t>• ProblemWorkspacePage.tsx (1 518 lines) — full workspace with Monaco editor, language selector, run/submit flows, inline test results, and side-by-side code diff viewer.</a:t>
            </a:r>
            <a:br/>
            <a:r>
              <a:t>• DashboardPage.tsx — KPIs (solved, attempted, success rate), concept mastery bars, recent sessions deep-link, and monthly SWOT report generation.</a:t>
            </a:r>
            <a:br/>
            <a:r>
              <a:t>• Analysis engine returns concept breakdown with confidence %, attempt timeline, weak-topic diagnostics, and targeted practice suggestions.</a:t>
            </a:r>
            <a:br/>
            <a:r>
              <a:t>• Multi-language support: Python 3.x, C (GCC), C++ (GCC), Java (OpenJDK).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6C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vgviewer-png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772400" cy="5551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1051560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6C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371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Segoe UI"/>
              </a:defRPr>
            </a:pPr>
            <a:r>
              <a:t>React 18 · TypeScript · Vite</a:t>
            </a:r>
            <a:br/>
            <a:r>
              <a:t>Monaco Editor · Zustand</a:t>
            </a:r>
            <a:br/>
            <a:r>
              <a:t>Firebase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029968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0756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500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Segoe UI"/>
              </a:defRPr>
            </a:pPr>
            <a:r>
              <a:t>Node.js 20 · Express 4</a:t>
            </a:r>
            <a:br/>
            <a:r>
              <a:t>Prisma ORM · JWT</a:t>
            </a:r>
            <a:br/>
            <a:r>
              <a:t>Azure Container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08376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30540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328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Segoe UI"/>
              </a:defRPr>
            </a:pPr>
            <a:r>
              <a:t>Python 3.11 · FastAPI</a:t>
            </a:r>
            <a:br/>
            <a:r>
              <a:t>AST Parser · difflib · radon</a:t>
            </a:r>
            <a:br/>
            <a:r>
              <a:t>Azure Container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986784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40325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30682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Segoe UI"/>
              </a:defRPr>
            </a:pPr>
            <a:r>
              <a:t>PostgreSQL 15</a:t>
            </a:r>
            <a:br/>
            <a:r>
              <a:t>Neon (serverless)</a:t>
            </a:r>
            <a:br/>
            <a:r>
              <a:t>Prisma 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965192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5010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6A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2852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Segoe UI"/>
              </a:defRPr>
            </a:pPr>
            <a:r>
              <a:t>Judge0 CE</a:t>
            </a:r>
            <a:br/>
            <a:r>
              <a:t>Docker · isolate sandbox</a:t>
            </a:r>
            <a:br/>
            <a:r>
              <a:t>Azure VM (self-hosted)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Zero-cost hosting  •  All services on free tiers  •  Horizontally scalable micro-service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9FF"/>
                </a:solidFill>
                <a:latin typeface="Segoe UI"/>
              </a:defRPr>
            </a:pPr>
            <a:r>
              <a:t>Analysis Engine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AST Concept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Parses Python/C/C++/Java code into abstract syntax trees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Detects: loops, conditionals, recursion, data structures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Assigns confidence scores per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98648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Code Diff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Side-by-side diff with line-level change tracking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buildDiffRows() generates same / added / removed / changed rows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Visualises iteration strategy across attempts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17136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542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Segoe UI"/>
              </a:defRPr>
            </a:pPr>
            <a:r>
              <a:t>Error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005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Maps Judge0 status codes to error categories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Tracks syntax / logic / runtime error rates across attempts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Identifies dominant error pattern per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Time Complexity Heuristic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Rule-based estimation from AST loop/recursion depth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radon cyclomatic complexity scoring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Suggests optimisation opportunities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898648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035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Insight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0156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Natural language summary template engine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Concept breakdown table with confidence %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Weak-topic extraction with practice-next cards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Edit-hotspot detection at line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517136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6542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Monthly SWOT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02005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Strengths / Weaknesses / Opportunities / Threats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Concept mastery progression over time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Aggregated across all sessions in period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726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Why can't LeetCode / HackerRank simply copy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234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Architectural Lock-in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Existing platforms are built around single-submission evaluation.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Retrofitting multi-attempt tracking requires fundamental re-architecture.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1234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6CFF"/>
                </a:solidFill>
                <a:latin typeface="Segoe UI"/>
              </a:defRPr>
            </a:pPr>
            <a:r>
              <a:t>Missing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Competitors discard intermediate attempts — they only store final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submissions. We capture every snapshot, creating a rich behavioral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212080" cy="1234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Different Business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Their revenue comes from hiring assessments, not education.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Our model is education-first: freemium for individuals, B2B for bootcamps.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474720"/>
            <a:ext cx="5212080" cy="1234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726"/>
                </a:solidFill>
                <a:latin typeface="Segoe UI"/>
              </a:defRPr>
            </a:pPr>
            <a:r>
              <a:t>First-Mover Data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Every session builds our behavioral dataset. Over time this compounds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into ML-ready training data for predictive learning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6CFF"/>
                </a:solidFill>
                <a:latin typeface="Segoe UI"/>
              </a:defRPr>
            </a:pPr>
            <a:r>
              <a:t>Demo Flow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9FF"/>
                </a:solidFill>
                <a:latin typeface="Segoe UI"/>
              </a:defRPr>
            </a:pPr>
            <a:r>
              <a:t>Live Demo (5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1.  Login as demo user (Firebase Auth)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2.  Browse problem catalog → select "Two Sum"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3.  Write code in Monaco editor (Python / C++ / Java)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4.  Run against visible tests → see inline results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5.  Submit 3 attempts with different errors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6.  Click "Analyse" → reveal deep insights panel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7.  Navigate to Dashboard → KPIs + SWOT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Segoe UI"/>
              </a:defRPr>
            </a:pPr>
            <a:r>
              <a:t>Roadmap — Phase 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ML-powered recommendation engine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Cross-problem misconception detection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Adaptive difficulty learning paths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JavaScript / Go / Rust support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Expand to 70+ curated problems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Instructor analytics dashboard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OAuth (GitHub, Microsoft) login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Segoe UI"/>
              </a:defRPr>
            </a:pPr>
            <a:r>
              <a:t>◆  Real-time collaborative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12080"/>
            <a:ext cx="1124712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Freemium:  Free basic access  ·  Premium for ML insights &amp; advanced reports  |  B2B:  Bootcamp &amp; university licenses with instructor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D9FF"/>
                </a:solidFill>
                <a:latin typeface="Segoe UI"/>
              </a:defRPr>
            </a:pPr>
            <a:r>
              <a:t>Understand your code. Improve your craft.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"Existing platforms tell you PASS or FAIL.</a:t>
            </a:r>
            <a:br/>
            <a:r>
              <a:t>We show you HOW you solve problems — and what to do next."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96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38100"/>
          </a:xfrm>
          <a:prstGeom prst="rect">
            <a:avLst/>
          </a:prstGeom>
          <a:solidFill>
            <a:srgbClr val="6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